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2033"/>
          </a:solidFill>
          <a:ln w="12700">
            <a:solidFill>
              <a:srgbClr val="0F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EKM — Technical Architecture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EEAD4"/>
                </a:solidFill>
              </a:rPr>
              <a:t>Layered system view  ·  Data flow  ·  Stack  ·  Deployment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440" y="658368"/>
            <a:ext cx="1143000" cy="58521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" y="713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USERS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28016" y="960120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" y="96012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💻 Engineers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8016" y="1984248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016" y="1984248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📊 Managers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8016" y="3008376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" y="3008376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🎓 New Joiners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28016" y="4032504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8016" y="4032504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🛡️ Compliance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0" y="658368"/>
            <a:ext cx="10607040" cy="1097280"/>
          </a:xfrm>
          <a:prstGeom prst="rect">
            <a:avLst/>
          </a:prstGeom>
          <a:solidFill>
            <a:srgbClr val="EFF6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44752" y="6949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PRESENTATION LAYER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371600" y="1828800"/>
            <a:ext cx="10607040" cy="685800"/>
          </a:xfrm>
          <a:prstGeom prst="rect">
            <a:avLst/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44752" y="1865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0B981"/>
                </a:solidFill>
              </a:rPr>
              <a:t>API GATEWAY LAYER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371600" y="2587752"/>
            <a:ext cx="10607040" cy="1371600"/>
          </a:xfrm>
          <a:prstGeom prst="rect">
            <a:avLst/>
          </a:prstGeom>
          <a:solidFill>
            <a:srgbClr val="FFF7ED"/>
          </a:solidFill>
          <a:ln w="1524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2624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59E0B"/>
                </a:solidFill>
              </a:rPr>
              <a:t>INTELLIGENCE LAYER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0" y="4032504"/>
            <a:ext cx="10607040" cy="1234440"/>
          </a:xfrm>
          <a:prstGeom prst="rect">
            <a:avLst/>
          </a:prstGeom>
          <a:solidFill>
            <a:srgbClr val="F0FDFA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752" y="4069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D9488"/>
                </a:solidFill>
              </a:rPr>
              <a:t>CORE ENGINE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371600" y="5340096"/>
            <a:ext cx="10607040" cy="1115568"/>
          </a:xfrm>
          <a:prstGeom prst="rect">
            <a:avLst/>
          </a:prstGeom>
          <a:solidFill>
            <a:srgbClr val="FDF4FF"/>
          </a:solidFill>
          <a:ln w="1524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4752" y="5376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D28D9"/>
                </a:solidFill>
              </a:rPr>
              <a:t>DATA SOURCES &amp; CONNECTORS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48132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48132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3619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React 18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Vite + Tailwind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3619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port 3000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1868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Executive KPIs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7355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/ route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95604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5604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BM25 + SME panel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1091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/search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69340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9340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4827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Intelligence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Sidebar · 10 tabs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4827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/intelligence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43076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43076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Global / 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Modal · keyboard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48563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any page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168128" y="896112"/>
            <a:ext cx="1627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168128" y="89611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22992" y="9692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Learning Path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Public URL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222992" y="1371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563EB"/>
                </a:solidFill>
              </a:rPr>
              <a:t>/join/:topic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481328" y="1938528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554480" y="1938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⚡ FastAPI — /api/search  · /api/sync  · /api/intelligence  · /api/people  · /api/analytics  · /api/explain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120640" y="1938528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212080" y="1938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🔐 Auth &amp; CORS  · HTTPS  · PAT tokens (per source, stored in .env)  · Read-only — no write-back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458200" y="1938528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549640" y="1938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⏱ APScheduler  · Incremental sync (default)  · Force Full override  · Configurable interval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481328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481328" y="2724912"/>
            <a:ext cx="9601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81328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481328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Analytics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481328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2523744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523744" y="2724912"/>
            <a:ext cx="9601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23744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2523744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Velocity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523744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566160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566160" y="2724912"/>
            <a:ext cx="9601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66160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566160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Risk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566160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4608576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608576" y="2724912"/>
            <a:ext cx="9601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08576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🕳️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608576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Gaps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608576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5650992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650992" y="2724912"/>
            <a:ext cx="9601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50992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650992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Experts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650992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6693408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693408" y="2724912"/>
            <a:ext cx="9601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93408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❤️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693408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Health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693408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7735824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7735824" y="2724912"/>
            <a:ext cx="96012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35824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735824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Coverage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7735824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8778240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8778240" y="2724912"/>
            <a:ext cx="9601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778240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8778240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Handover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8778240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9820656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9820656" y="2724912"/>
            <a:ext cx="9601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820656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9820656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People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9820656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10863072" y="2724912"/>
            <a:ext cx="960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10863072" y="2724912"/>
            <a:ext cx="9601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863072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10863072" y="3127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Learning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10863072" y="3410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5-min cache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148132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1481328" y="4160520"/>
            <a:ext cx="16276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53619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🍃 MongoDB 7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153619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Full-text index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BM25 weighted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21868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3218688" y="4160520"/>
            <a:ext cx="16276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7355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🔍 BM25 Engine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327355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title 10× · tags 5×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content 1×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495604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4956048" y="4160520"/>
            <a:ext cx="162763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01091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🏆 SME Ranker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501091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Recency weighting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Top 5 experts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669340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6693408" y="4160520"/>
            <a:ext cx="1627632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74827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🏷️ Entity Extractor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74827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Tickets · CHG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Versions · Envs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843076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8430768" y="4160520"/>
            <a:ext cx="1627632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48563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💻 Code Explainer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848563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4-signal analysis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Jira+PR+Diff+Arch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10168128" y="4160520"/>
            <a:ext cx="1627632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10168128" y="4160520"/>
            <a:ext cx="1627632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22299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📄 File Extractor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10222992" y="4535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docx/pptx/xlsx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pdf/txt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1481328" y="5468112"/>
            <a:ext cx="246888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1" name="Shape 129"/>
          <p:cNvSpPr/>
          <p:nvPr/>
        </p:nvSpPr>
        <p:spPr>
          <a:xfrm>
            <a:off x="1481328" y="5468112"/>
            <a:ext cx="24688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572768" y="5550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🎫 Jira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2898648" y="5568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4,979 docs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1572768" y="58155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cedt-icg-jira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PAT auth · JQL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1572768" y="6016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⚡ jira.py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4114800" y="5468112"/>
            <a:ext cx="246888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7" name="Shape 135"/>
          <p:cNvSpPr/>
          <p:nvPr/>
        </p:nvSpPr>
        <p:spPr>
          <a:xfrm>
            <a:off x="4114800" y="5468112"/>
            <a:ext cx="246888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206240" y="5550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📖 Confluence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5532120" y="5568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88+ pages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4206240" y="58155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cedt-confluence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PAT auth · HTML→txt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4206240" y="6016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</a:rPr>
              <a:t>⚡ confluence.py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6748272" y="5468112"/>
            <a:ext cx="246888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6748272" y="5468112"/>
            <a:ext cx="2468880" cy="6400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839712" y="5550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💻 GitHub GHE</a:t>
            </a:r>
            <a:endParaRPr lang="en-US" sz="1100" dirty="0"/>
          </a:p>
        </p:txBody>
      </p:sp>
      <p:sp>
        <p:nvSpPr>
          <p:cNvPr id="145" name="Text 143"/>
          <p:cNvSpPr/>
          <p:nvPr/>
        </p:nvSpPr>
        <p:spPr>
          <a:xfrm>
            <a:off x="8165592" y="5568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90 items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6839712" y="58155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CitiInternal org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PAT · commits+PRs</a:t>
            </a:r>
            <a:endParaRPr lang="en-US" sz="800" dirty="0"/>
          </a:p>
        </p:txBody>
      </p:sp>
      <p:sp>
        <p:nvSpPr>
          <p:cNvPr id="147" name="Text 145"/>
          <p:cNvSpPr/>
          <p:nvPr/>
        </p:nvSpPr>
        <p:spPr>
          <a:xfrm>
            <a:off x="6839712" y="6016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⚡ github ghe.py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9381744" y="5468112"/>
            <a:ext cx="246888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9" name="Shape 147"/>
          <p:cNvSpPr/>
          <p:nvPr/>
        </p:nvSpPr>
        <p:spPr>
          <a:xfrm>
            <a:off x="9381744" y="5468112"/>
            <a:ext cx="24688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473184" y="5550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📋 SharePoint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10799064" y="5568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0 docs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9473184" y="58155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NTLM connector built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Credentials pending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9473184" y="6016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⚡ sharepoint.py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3200400" y="1719072"/>
            <a:ext cx="9144" cy="10972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200400" y="2478024"/>
            <a:ext cx="9144" cy="10972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200400" y="3922776"/>
            <a:ext cx="9144" cy="10972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200400" y="5230368"/>
            <a:ext cx="9144" cy="10972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1440" y="6748272"/>
            <a:ext cx="1197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All shapes are editable in PowerPoint — click any element to move, resize or recolour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2026-03-07T13:34:26Z</dcterms:created>
  <dcterms:modified xsi:type="dcterms:W3CDTF">2026-03-07T13:34:26Z</dcterms:modified>
</cp:coreProperties>
</file>