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0D4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EKM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2EA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Knowledge Management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2743200" cy="4572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21488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2EA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 Notes — v3.2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26517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8A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Bug fixes · UI improvements · Analytics enrichment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200400"/>
            <a:ext cx="2011680" cy="1097280"/>
          </a:xfrm>
          <a:prstGeom prst="roundRect">
            <a:avLst>
              <a:gd name="adj" fmla="val 6667"/>
            </a:avLst>
          </a:prstGeom>
          <a:solidFill>
            <a:srgbClr val="0D1F35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291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✅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48640" y="37490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D9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At-Risk Experts KPI fixed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651760" y="3200400"/>
            <a:ext cx="2011680" cy="1097280"/>
          </a:xfrm>
          <a:prstGeom prst="roundRect">
            <a:avLst>
              <a:gd name="adj" fmla="val 6667"/>
            </a:avLst>
          </a:prstGeom>
          <a:solidFill>
            <a:srgbClr val="0D1F35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0" y="3291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🏷️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743200" y="37490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SME type classification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846320" y="3200400"/>
            <a:ext cx="2011680" cy="1097280"/>
          </a:xfrm>
          <a:prstGeom prst="roundRect">
            <a:avLst>
              <a:gd name="adj" fmla="val 6667"/>
            </a:avLst>
          </a:prstGeom>
          <a:solidFill>
            <a:srgbClr val="0D1F35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37760" y="3291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937760" y="37490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 tab rebuilt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040880" y="3200400"/>
            <a:ext cx="2011680" cy="1097280"/>
          </a:xfrm>
          <a:prstGeom prst="roundRect">
            <a:avLst>
              <a:gd name="adj" fmla="val 6667"/>
            </a:avLst>
          </a:prstGeom>
          <a:solidFill>
            <a:srgbClr val="0D1F35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32320" y="3291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📈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132320" y="37490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Docs by Source enhanced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0D1F3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4864"/>
            <a:ext cx="7315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2EA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Bug Fixes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046720" y="914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v3.2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594360"/>
            <a:ext cx="8595360" cy="1920240"/>
          </a:xfrm>
          <a:prstGeom prst="roundRect">
            <a:avLst>
              <a:gd name="adj" fmla="val 4762"/>
            </a:avLst>
          </a:prstGeom>
          <a:solidFill>
            <a:srgbClr val="0D1F35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594360"/>
            <a:ext cx="228600" cy="192024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70408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3F5E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#1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97280" y="685800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EA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At-Risk Experts KPI — shows — on Dashboard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132320" y="704088"/>
            <a:ext cx="1463040" cy="228600"/>
          </a:xfrm>
          <a:prstGeom prst="rect">
            <a:avLst/>
          </a:prstGeom>
          <a:solidFill>
            <a:srgbClr val="0D1F35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0" y="70408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40080" y="106984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8A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Root Cause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0080" y="1271016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A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response_model=DashboardStats stripped extra fields. experts_at_risk was set after pydantic serialization but response_model re-serialised it, dropping the key.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182880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 Applied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40080" y="2029968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A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Added experts_at_risk: int = 0 to DashboardStats model. Passed the value directly in the constructor. Field now flows through response_model correctly.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2743200"/>
            <a:ext cx="8595360" cy="1920240"/>
          </a:xfrm>
          <a:prstGeom prst="roundRect">
            <a:avLst>
              <a:gd name="adj" fmla="val 4762"/>
            </a:avLst>
          </a:prstGeom>
          <a:solidFill>
            <a:srgbClr val="0D1F35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2743200"/>
            <a:ext cx="228600" cy="19202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285292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6B35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#2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97280" y="2834640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EA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[TECH NE] SME shows "Internal" instead of "Vendor"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132320" y="2852928"/>
            <a:ext cx="1463040" cy="228600"/>
          </a:xfrm>
          <a:prstGeom prst="rect">
            <a:avLst/>
          </a:prstGeom>
          <a:solidFill>
            <a:srgbClr val="0D1F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32320" y="285292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40080" y="321868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8A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Root Cause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40080" y="3419856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A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sme_ranker.py built SME dicts without a type field. Search.jsx expected sme.type but got undefined, so fallback showed "—" or inherited default.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0080" y="397764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 Applied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40080" y="4178808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A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Added _classify_name() to sme_ranker.py using same NE/TECH regex as intelligence.py. All SME dicts now include type: "vendor" | "internal" | "unknown".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0D1F3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4864"/>
            <a:ext cx="7315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2EA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Improvements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548640"/>
            <a:ext cx="8595360" cy="2011680"/>
          </a:xfrm>
          <a:prstGeom prst="roundRect">
            <a:avLst>
              <a:gd name="adj" fmla="val 4545"/>
            </a:avLst>
          </a:prstGeom>
          <a:solidFill>
            <a:srgbClr val="0D1F35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548640"/>
            <a:ext cx="228600" cy="2011680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5836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 Analytics Tab — Rebuilt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7772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A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Added "Knowledge Corpus" section at top — always has data (doc counts per source, last sync, composition bar)
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8A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Search Activity section shows graceful empty state when zero searches exist
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8A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4-KPI strip: Total Searches · Unique Queries · Zero-Result Rate · Avg/Day
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8A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Daily volume chart, Top Queries + Zero-Result Gaps side-by-side
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8A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Source filter usage + Day of Week + Recent Searches row at bottom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2788920"/>
            <a:ext cx="8595360" cy="2011680"/>
          </a:xfrm>
          <a:prstGeom prst="roundRect">
            <a:avLst>
              <a:gd name="adj" fmla="val 4545"/>
            </a:avLst>
          </a:prstGeom>
          <a:solidFill>
            <a:srgbClr val="0D1F35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2788920"/>
            <a:ext cx="228600" cy="201168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89864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  Docs by Source — Enhanced on Dashboard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94360" y="3291840"/>
            <a:ext cx="7772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A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Bars enlarged from h-1.5 to h-2 — more readable
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8A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Per-source doc count shown in bold with source colour (was tiny grey text)
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8A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Percentage of corpus shown beneath each bar
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8A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Total document count header added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0D1F3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4864"/>
            <a:ext cx="7315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2EA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Change Log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557784"/>
            <a:ext cx="8595360" cy="457200"/>
          </a:xfrm>
          <a:prstGeom prst="rect">
            <a:avLst/>
          </a:prstGeom>
          <a:solidFill>
            <a:srgbClr val="0D1F35"/>
          </a:solidFill>
          <a:ln w="12700">
            <a:solidFill>
              <a:srgbClr val="0D1F3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62179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backend/models.py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3383280" y="62179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A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Added experts_at_risk: int = 0 to DashboardStats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229600" y="640080"/>
            <a:ext cx="731520" cy="237744"/>
          </a:xfrm>
          <a:prstGeom prst="roundRect">
            <a:avLst>
              <a:gd name="adj" fmla="val 19231"/>
            </a:avLst>
          </a:prstGeom>
          <a:solidFill>
            <a:srgbClr val="0D1F35"/>
          </a:solidFill>
          <a:ln w="12700">
            <a:solidFill>
              <a:srgbClr val="10D9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0" y="640080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D9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1088136"/>
            <a:ext cx="8595360" cy="457200"/>
          </a:xfrm>
          <a:prstGeom prst="rect">
            <a:avLst/>
          </a:prstGeom>
          <a:solidFill>
            <a:srgbClr val="0A1628"/>
          </a:solidFill>
          <a:ln w="12700">
            <a:solidFill>
              <a:srgbClr val="0D1F3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15214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backend/routes/api.py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383280" y="115214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A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 experts_at_risk in DashboardStats() constructor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229600" y="1170432"/>
            <a:ext cx="731520" cy="237744"/>
          </a:xfrm>
          <a:prstGeom prst="roundRect">
            <a:avLst>
              <a:gd name="adj" fmla="val 19231"/>
            </a:avLst>
          </a:prstGeom>
          <a:solidFill>
            <a:srgbClr val="0D1F35"/>
          </a:solidFill>
          <a:ln w="12700">
            <a:solidFill>
              <a:srgbClr val="10D9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0" y="117043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D9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74320" y="1618488"/>
            <a:ext cx="8595360" cy="457200"/>
          </a:xfrm>
          <a:prstGeom prst="rect">
            <a:avLst/>
          </a:prstGeom>
          <a:solidFill>
            <a:srgbClr val="0D1F35"/>
          </a:solidFill>
          <a:ln w="12700">
            <a:solidFill>
              <a:srgbClr val="0D1F3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168249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backend/utils/sme_ranker.py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383280" y="1682496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A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Added _classify_name() + type field on all SME dicts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229600" y="1700784"/>
            <a:ext cx="731520" cy="237744"/>
          </a:xfrm>
          <a:prstGeom prst="roundRect">
            <a:avLst>
              <a:gd name="adj" fmla="val 19231"/>
            </a:avLst>
          </a:prstGeom>
          <a:solidFill>
            <a:srgbClr val="0D1F35"/>
          </a:solidFill>
          <a:ln w="12700">
            <a:solidFill>
              <a:srgbClr val="10D98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0" y="1700784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D9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74320" y="2148840"/>
            <a:ext cx="8595360" cy="457200"/>
          </a:xfrm>
          <a:prstGeom prst="rect">
            <a:avLst/>
          </a:prstGeom>
          <a:solidFill>
            <a:srgbClr val="0A1628"/>
          </a:solidFill>
          <a:ln w="12700">
            <a:solidFill>
              <a:srgbClr val="0D1F3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221284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frontend/pages/Intelligence.jsx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383280" y="221284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A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AnalyticsTab full rewrite — corpus + search sections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229600" y="2231136"/>
            <a:ext cx="731520" cy="237744"/>
          </a:xfrm>
          <a:prstGeom prst="roundRect">
            <a:avLst>
              <a:gd name="adj" fmla="val 19231"/>
            </a:avLst>
          </a:prstGeom>
          <a:solidFill>
            <a:srgbClr val="0D1F35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0" y="2231136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74320" y="2679192"/>
            <a:ext cx="8595360" cy="457200"/>
          </a:xfrm>
          <a:prstGeom prst="rect">
            <a:avLst/>
          </a:prstGeom>
          <a:solidFill>
            <a:srgbClr val="0D1F35"/>
          </a:solidFill>
          <a:ln w="12700">
            <a:solidFill>
              <a:srgbClr val="0D1F3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27432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frontend/pages/Dashboard.jsx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383280" y="27432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A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Docs by Source — enlarged bars + bold numbers + % corpus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229600" y="2761488"/>
            <a:ext cx="731520" cy="237744"/>
          </a:xfrm>
          <a:prstGeom prst="roundRect">
            <a:avLst>
              <a:gd name="adj" fmla="val 19231"/>
            </a:avLst>
          </a:prstGeom>
          <a:solidFill>
            <a:srgbClr val="0D1F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29600" y="2761488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74320" y="3209544"/>
            <a:ext cx="8595360" cy="457200"/>
          </a:xfrm>
          <a:prstGeom prst="rect">
            <a:avLst/>
          </a:prstGeom>
          <a:solidFill>
            <a:srgbClr val="0A1628"/>
          </a:solidFill>
          <a:ln w="12700">
            <a:solidFill>
              <a:srgbClr val="0D1F3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32735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backend/routes/intelligence.py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3383280" y="327355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A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Velocity: handles string+BSON dates; /debug endpoint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8229600" y="3291840"/>
            <a:ext cx="731520" cy="237744"/>
          </a:xfrm>
          <a:prstGeom prst="roundRect">
            <a:avLst>
              <a:gd name="adj" fmla="val 19231"/>
            </a:avLst>
          </a:prstGeom>
          <a:solidFill>
            <a:srgbClr val="0D1F35"/>
          </a:solidFill>
          <a:ln w="12700">
            <a:solidFill>
              <a:srgbClr val="10D98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229600" y="3291840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D9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74320" y="3739896"/>
            <a:ext cx="8595360" cy="457200"/>
          </a:xfrm>
          <a:prstGeom prst="rect">
            <a:avLst/>
          </a:prstGeom>
          <a:solidFill>
            <a:srgbClr val="0D1F35"/>
          </a:solidFill>
          <a:ln w="12700">
            <a:solidFill>
              <a:srgbClr val="0D1F3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380390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frontend/pages/Search.jsx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3383280" y="380390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A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light theme; compact SME sidebar; PersonBanner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8229600" y="3822192"/>
            <a:ext cx="731520" cy="237744"/>
          </a:xfrm>
          <a:prstGeom prst="roundRect">
            <a:avLst>
              <a:gd name="adj" fmla="val 19231"/>
            </a:avLst>
          </a:prstGeom>
          <a:solidFill>
            <a:srgbClr val="0D1F35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229600" y="382219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274320" y="4270248"/>
            <a:ext cx="8595360" cy="457200"/>
          </a:xfrm>
          <a:prstGeom prst="rect">
            <a:avLst/>
          </a:prstGeom>
          <a:solidFill>
            <a:srgbClr val="0A1628"/>
          </a:solidFill>
          <a:ln w="12700">
            <a:solidFill>
              <a:srgbClr val="0D1F3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33425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README.md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3383280" y="4334256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A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Updated to v3.2 with full change table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8229600" y="4352544"/>
            <a:ext cx="731520" cy="237744"/>
          </a:xfrm>
          <a:prstGeom prst="roundRect">
            <a:avLst>
              <a:gd name="adj" fmla="val 19231"/>
            </a:avLst>
          </a:prstGeom>
          <a:solidFill>
            <a:srgbClr val="0D1F35"/>
          </a:solidFill>
          <a:ln w="12700">
            <a:solidFill>
              <a:srgbClr val="6B8AA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229600" y="4352544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B8A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EKM Release Notes v3.2</dc:title>
  <dc:subject>PptxGenJS Presentation</dc:subject>
  <dc:creator>EKM Team</dc:creator>
  <cp:lastModifiedBy>EKM Team</cp:lastModifiedBy>
  <cp:revision>1</cp:revision>
  <dcterms:created xsi:type="dcterms:W3CDTF">2026-03-07T18:29:43Z</dcterms:created>
  <dcterms:modified xsi:type="dcterms:W3CDTF">2026-03-07T18:29:43Z</dcterms:modified>
</cp:coreProperties>
</file>